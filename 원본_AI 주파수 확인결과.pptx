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DA1601-2866-4E13-8940-C1E1C41D7EA3}">
  <a:tblStyle styleId="{E6DA1601-2866-4E13-8940-C1E1C41D7E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b6a80f6d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b6a80f6d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eb6a80f6d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eb6a80f6d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b6a80f6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b6a80f6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b6a80f6dc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eb6a80f6dc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b6a80f6d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b6a80f6d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b6a80f6d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b6a80f6d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b6a80f6d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b6a80f6d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b6a80f6d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b6a80f6d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b6a80f6d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b6a80f6d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b6a80f6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b6a80f6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b6a80f6d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b6a80f6d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b6a80f6d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b6a80f6d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b6a80f6d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b6a80f6d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b6a80f6dc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b6a80f6d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b6a80f6d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b6a80f6d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b6a80f6d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b6a80f6d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b6a80f6d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b6a80f6d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b6a80f6d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b6a80f6d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b6a80f6d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b6a80f6d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b6a80f6d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b6a80f6d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b6a80f6dc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b6a80f6d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b6a80f6d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b6a80f6d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b6a80f6dc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b6a80f6dc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eb6a80f6dc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eb6a80f6d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44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54.png"/><Relationship Id="rId6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Relationship Id="rId4" Type="http://schemas.openxmlformats.org/officeDocument/2006/relationships/image" Target="../media/image60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7575" y="138900"/>
            <a:ext cx="8394000" cy="48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전체적으로 쓸만함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jungkook - standing next to you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the weeknd - die for you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justin bieber - off my face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ariana grande - we can’t be friend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passenger - let her go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olivia rodrigo - vampire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halsey - 3am(일부분)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anne marie - 2002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taylor swift - august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쓸만하지 않음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taylor swift - better than revenge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adele - rolling in the deep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675" y="555400"/>
            <a:ext cx="5699549" cy="22634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0" y="0"/>
            <a:ext cx="45231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taylor swift - better than revenge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675" y="2748750"/>
            <a:ext cx="5699544" cy="21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36575" y="1429288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15925" y="3646975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800" y="0"/>
            <a:ext cx="3059300" cy="2344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353" y="0"/>
            <a:ext cx="3236646" cy="24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800" y="2509075"/>
            <a:ext cx="3000565" cy="23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6027" y="2527763"/>
            <a:ext cx="3059298" cy="2329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5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575" y="575700"/>
            <a:ext cx="5860850" cy="2334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0" y="0"/>
            <a:ext cx="59061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taylor swift - august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575" y="2910150"/>
            <a:ext cx="5860850" cy="234151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36575" y="1485063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15925" y="3882463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199" y="0"/>
            <a:ext cx="28224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915" y="0"/>
            <a:ext cx="2898084" cy="214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4475" y="2468375"/>
            <a:ext cx="2759887" cy="209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575" y="2468371"/>
            <a:ext cx="2822426" cy="20972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7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0" y="0"/>
            <a:ext cx="55623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anne marie - 2002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700" y="515925"/>
            <a:ext cx="6334499" cy="25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699" y="2992195"/>
            <a:ext cx="6334499" cy="252313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436575" y="1523438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515925" y="4055313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050" y="188"/>
            <a:ext cx="2932950" cy="22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050" y="1524"/>
            <a:ext cx="2932950" cy="2229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050" y="2462176"/>
            <a:ext cx="2932950" cy="2227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1051" y="2461325"/>
            <a:ext cx="2932949" cy="22287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9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500" y="555575"/>
            <a:ext cx="5794425" cy="22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0" y="0"/>
            <a:ext cx="62856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halsey - 3am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675" y="2999900"/>
            <a:ext cx="5756087" cy="22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436575" y="1445463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515925" y="3949200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950" y="0"/>
            <a:ext cx="2943226" cy="22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9977" y="0"/>
            <a:ext cx="3034023" cy="22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5950" y="2547163"/>
            <a:ext cx="2943225" cy="229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9976" y="2551286"/>
            <a:ext cx="3034026" cy="22874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1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188" y="673449"/>
            <a:ext cx="5899625" cy="23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0" y="0"/>
            <a:ext cx="75027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olivia rodrigo - vampire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200" y="3136325"/>
            <a:ext cx="5899624" cy="234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436575" y="1591950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15925" y="4112838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050" y="400"/>
            <a:ext cx="2694975" cy="20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8100" y="7675"/>
            <a:ext cx="2694975" cy="2029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2050" y="2692638"/>
            <a:ext cx="2694974" cy="208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9025" y="2710151"/>
            <a:ext cx="2694975" cy="2054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23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/>
        </p:nvSpPr>
        <p:spPr>
          <a:xfrm>
            <a:off x="0" y="0"/>
            <a:ext cx="62043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passenger - let her go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887" y="793000"/>
            <a:ext cx="5910225" cy="23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875" y="3138550"/>
            <a:ext cx="5888659" cy="234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436575" y="1707913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515925" y="4112875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750" y="-27875"/>
            <a:ext cx="2765125" cy="213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0675" y="27863"/>
            <a:ext cx="2765125" cy="2083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1750" y="2589625"/>
            <a:ext cx="2765124" cy="2112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8025" y="2589625"/>
            <a:ext cx="2845975" cy="2112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5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0" y="0"/>
            <a:ext cx="71661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ariana grande - we can’t be friend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550" y="467325"/>
            <a:ext cx="5716874" cy="22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5550" y="2797175"/>
            <a:ext cx="5716875" cy="227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436575" y="1349388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515925" y="3737288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075" y="-3862"/>
            <a:ext cx="2896474" cy="221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025" y="1"/>
            <a:ext cx="2934976" cy="221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1075" y="2573488"/>
            <a:ext cx="2848466" cy="22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8287" y="2579691"/>
            <a:ext cx="2896451" cy="21985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7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0" y="0"/>
            <a:ext cx="5933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adele - rolling in the deep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213" y="704400"/>
            <a:ext cx="5691575" cy="226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221" y="2845881"/>
            <a:ext cx="5691575" cy="224379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436575" y="1576638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515925" y="3769325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200" y="0"/>
            <a:ext cx="2917699" cy="22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302" y="14850"/>
            <a:ext cx="2917699" cy="2218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8200" y="2619700"/>
            <a:ext cx="2872256" cy="221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6297" y="2641639"/>
            <a:ext cx="2917699" cy="21970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9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0" y="0"/>
            <a:ext cx="60555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justin bieber - off my face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125" y="572375"/>
            <a:ext cx="5387176" cy="215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125" y="2724650"/>
            <a:ext cx="5396967" cy="21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436575" y="1390650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515925" y="3602338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775" y="0"/>
            <a:ext cx="2926250" cy="22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858" y="0"/>
            <a:ext cx="2978142" cy="22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1775" y="2574462"/>
            <a:ext cx="2926250" cy="226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596" y="2568269"/>
            <a:ext cx="2978149" cy="22704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p31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/>
        </p:nvSpPr>
        <p:spPr>
          <a:xfrm>
            <a:off x="0" y="0"/>
            <a:ext cx="63939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jungkook - standing next to you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150" y="693125"/>
            <a:ext cx="5255549" cy="20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150" y="2780175"/>
            <a:ext cx="5255550" cy="209588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436575" y="1478788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515925" y="3629663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750" y="0"/>
            <a:ext cx="2938900" cy="2286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3825" y="0"/>
            <a:ext cx="2984074" cy="22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0750" y="2589823"/>
            <a:ext cx="2938900" cy="227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3825" y="2584500"/>
            <a:ext cx="3010186" cy="228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33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/>
        </p:nvSpPr>
        <p:spPr>
          <a:xfrm>
            <a:off x="0" y="0"/>
            <a:ext cx="63939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the weeknd - die for you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075" y="704400"/>
            <a:ext cx="5099850" cy="20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075" y="2937947"/>
            <a:ext cx="5099850" cy="204855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4"/>
          <p:cNvSpPr txBox="1"/>
          <p:nvPr/>
        </p:nvSpPr>
        <p:spPr>
          <a:xfrm>
            <a:off x="436575" y="1457925"/>
            <a:ext cx="873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원본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515925" y="3763775"/>
            <a:ext cx="71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575" y="0"/>
            <a:ext cx="2786075" cy="2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364" y="0"/>
            <a:ext cx="2862736" cy="215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0575" y="2623894"/>
            <a:ext cx="2786076" cy="2155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7375" y="2623900"/>
            <a:ext cx="2916625" cy="215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35"/>
          <p:cNvGraphicFramePr/>
          <p:nvPr/>
        </p:nvGraphicFramePr>
        <p:xfrm>
          <a:off x="287675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{E6DA1601-2866-4E13-8940-C1E1C41D7EA3}</a:tableStyleId>
              </a:tblPr>
              <a:tblGrid>
                <a:gridCol w="1054725"/>
                <a:gridCol w="1054725"/>
              </a:tblGrid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SFTF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MFCC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